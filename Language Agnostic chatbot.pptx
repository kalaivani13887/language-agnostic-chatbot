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1226b32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1226b32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31226b3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31226b3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31226b32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31226b32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31226b32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31226b32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31226b32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31226b32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1226b32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31226b32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1226b32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31226b32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1226b32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31226b32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31226b32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31226b32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1226b32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31226b32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1226b32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31226b32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1226b32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1226b32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1226b32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31226b32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1226b32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31226b32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1226b32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31226b32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1226b32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31226b32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515875" y="1782450"/>
            <a:ext cx="10748700" cy="28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Of Artificial Intelligence And Machine Learning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latin typeface="Times New Roman"/>
                <a:ea typeface="Times New Roman"/>
                <a:cs typeface="Times New Roman"/>
                <a:sym typeface="Times New Roman"/>
              </a:rPr>
              <a:t>                    LANGUAGE AGNOSTIC CHATBOT</a:t>
            </a:r>
            <a:endParaRPr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 sz="3422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37225" y="338900"/>
            <a:ext cx="79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r>
              <a:rPr b="1" lang="en" sz="22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V.S.B ENGINEERING COLLEGE,</a:t>
            </a:r>
            <a:endParaRPr b="1" sz="22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	KARUR</a:t>
            </a:r>
            <a:endParaRPr b="1" sz="22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454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(AN AUTONOMOUS INSTITUTION)</a:t>
            </a:r>
            <a:endParaRPr b="1" sz="2200">
              <a:solidFill>
                <a:srgbClr val="4454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00"/>
            <a:ext cx="24193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2500" y="3883750"/>
            <a:ext cx="30000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172500" y="3883750"/>
            <a:ext cx="300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30">
                <a:solidFill>
                  <a:schemeClr val="dk1"/>
                </a:solidFill>
              </a:rPr>
              <a:t>Presented by</a:t>
            </a:r>
            <a:r>
              <a:rPr lang="en" sz="1430">
                <a:solidFill>
                  <a:schemeClr val="dk2"/>
                </a:solidFill>
              </a:rPr>
              <a:t>:</a:t>
            </a:r>
            <a:endParaRPr sz="143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30">
                <a:solidFill>
                  <a:schemeClr val="dk2"/>
                </a:solidFill>
              </a:rPr>
              <a:t>KALAIVANI R</a:t>
            </a:r>
            <a:endParaRPr sz="143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30">
                <a:solidFill>
                  <a:schemeClr val="dk2"/>
                </a:solidFill>
              </a:rPr>
              <a:t>III-CSE(AIML)-A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19850" y="783325"/>
            <a:ext cx="8520600" cy="57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 </a:t>
            </a:r>
            <a:r>
              <a:rPr lang="en" sz="3578">
                <a:solidFill>
                  <a:schemeClr val="accent1"/>
                </a:solidFill>
              </a:rPr>
              <a:t>OBJECTIVES</a:t>
            </a:r>
            <a:endParaRPr sz="3578">
              <a:solidFill>
                <a:schemeClr val="accent1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705975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36957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036">
                <a:solidFill>
                  <a:schemeClr val="dk1"/>
                </a:solidFill>
              </a:rPr>
              <a:t>To build an intelligent chatbot that supports multiple languages.</a:t>
            </a:r>
            <a:endParaRPr sz="4036">
              <a:solidFill>
                <a:schemeClr val="dk1"/>
              </a:solidFill>
            </a:endParaRPr>
          </a:p>
          <a:p>
            <a:pPr indent="-36957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036">
                <a:solidFill>
                  <a:schemeClr val="dk1"/>
                </a:solidFill>
              </a:rPr>
              <a:t>To provide a secure user authentication system.</a:t>
            </a:r>
            <a:endParaRPr sz="4036">
              <a:solidFill>
                <a:schemeClr val="dk1"/>
              </a:solidFill>
            </a:endParaRPr>
          </a:p>
          <a:p>
            <a:pPr indent="-36957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036">
                <a:solidFill>
                  <a:schemeClr val="dk1"/>
                </a:solidFill>
              </a:rPr>
              <a:t>To enable users to interact with AI easily.</a:t>
            </a:r>
            <a:endParaRPr sz="4036">
              <a:solidFill>
                <a:schemeClr val="dk1"/>
              </a:solidFill>
            </a:endParaRPr>
          </a:p>
          <a:p>
            <a:pPr indent="-36957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036">
                <a:solidFill>
                  <a:schemeClr val="dk1"/>
                </a:solidFill>
              </a:rPr>
              <a:t>To manage user information using CRUD operations.</a:t>
            </a:r>
            <a:endParaRPr sz="4036">
              <a:solidFill>
                <a:schemeClr val="dk1"/>
              </a:solidFill>
            </a:endParaRPr>
          </a:p>
          <a:p>
            <a:pPr indent="-36957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036">
                <a:solidFill>
                  <a:schemeClr val="dk1"/>
                </a:solidFill>
              </a:rPr>
              <a:t>To create a simple and interactive application.</a:t>
            </a:r>
            <a:endParaRPr sz="4036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1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solidFill>
                  <a:schemeClr val="accent1"/>
                </a:solidFill>
              </a:rPr>
              <a:t>ABSTRACT</a:t>
            </a:r>
            <a:r>
              <a:rPr lang="en" sz="3220"/>
              <a:t> </a:t>
            </a:r>
            <a:endParaRPr sz="322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564525" y="1248150"/>
            <a:ext cx="8642400" cy="3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8631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The </a:t>
            </a:r>
            <a:r>
              <a:rPr lang="en" sz="8800">
                <a:solidFill>
                  <a:schemeClr val="dk1"/>
                </a:solidFill>
              </a:rPr>
              <a:t>Language Agnostic AI Chatbot is an intelligent web application.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It allows users to communicate with AI in different languages.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The system provides secure login and registration.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It stores user information and chat history securely.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The application is designed to provide fast and accurate responses.</a:t>
            </a:r>
            <a:endParaRPr sz="8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63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006200" y="-16675"/>
            <a:ext cx="69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54875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chemeClr val="accent1"/>
                </a:solidFill>
              </a:rPr>
              <a:t>INTRODUCTION</a:t>
            </a:r>
            <a:r>
              <a:rPr lang="en" sz="3200"/>
              <a:t> </a:t>
            </a:r>
            <a:endParaRPr sz="32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623400" y="124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 Artificial Intelligence improves human communication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AI chatbots provide instant responses to users.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Multilingual support makes communication easier.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The system offers an intelligent chatbot experience.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00">
                <a:solidFill>
                  <a:schemeClr val="dk1"/>
                </a:solidFill>
              </a:rPr>
              <a:t>It provides a simple and user-friendly interface.</a:t>
            </a:r>
            <a:endParaRPr sz="8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6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solidFill>
                  <a:schemeClr val="accent1"/>
                </a:solidFill>
              </a:rPr>
              <a:t>EXISTING SYSTEM</a:t>
            </a:r>
            <a:r>
              <a:rPr lang="en" sz="3220"/>
              <a:t> </a:t>
            </a:r>
            <a:endParaRPr sz="322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23400" y="1220450"/>
            <a:ext cx="8520600" cy="341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Most chatbots support only a few languages.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Many systems provide predefined responses.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User interaction is limited.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Some systems do not maintain chat history.</a:t>
            </a:r>
            <a:endParaRPr sz="2200">
              <a:solidFill>
                <a:schemeClr val="dk1"/>
              </a:solidFill>
              <a:highlight>
                <a:schemeClr val="dk1"/>
              </a:highlight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Security features are limited.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78">
                <a:solidFill>
                  <a:schemeClr val="accent1"/>
                </a:solidFill>
              </a:rPr>
              <a:t>PROBLEMS IN EXISTING SYSTEM</a:t>
            </a:r>
            <a:r>
              <a:rPr lang="en"/>
              <a:t> </a:t>
            </a:r>
            <a:endParaRPr sz="3578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623400" y="129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Limited support for different languages.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Responses are less accurate and less interactive.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User data management is inefficient.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Security and authentication features are limited.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Users cannot easily access previous conversations.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8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78">
                <a:solidFill>
                  <a:schemeClr val="accent1"/>
                </a:solidFill>
              </a:rPr>
              <a:t>PROPOSED SYSTEM</a:t>
            </a:r>
            <a:r>
              <a:rPr lang="en"/>
              <a:t>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623400" y="1215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chatbot supports communication in multiple languages.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AI generates intelligent and meaningful responses.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Secure registration and login protect user accounts.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CRUD operations allow efficient data management.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Chat history is stored for future reference.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solidFill>
                  <a:schemeClr val="accent1"/>
                </a:solidFill>
              </a:rPr>
              <a:t>SYSTEM ARCHITECTURE</a:t>
            </a:r>
            <a:r>
              <a:rPr lang="en" sz="3220"/>
              <a:t> </a:t>
            </a:r>
            <a:endParaRPr sz="3920"/>
          </a:p>
        </p:txBody>
      </p:sp>
      <p:sp>
        <p:nvSpPr>
          <p:cNvPr id="101" name="Google Shape;101;p20"/>
          <p:cNvSpPr txBox="1"/>
          <p:nvPr/>
        </p:nvSpPr>
        <p:spPr>
          <a:xfrm>
            <a:off x="2806975" y="1325575"/>
            <a:ext cx="3000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User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↓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Streamlit Frontend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↓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Login &amp; Registration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↓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AI Chat Module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↓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Google Gemini API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↓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JSON Database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7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78">
                <a:solidFill>
                  <a:schemeClr val="accent1"/>
                </a:solidFill>
              </a:rPr>
              <a:t>SOFTWARE REQUIREMENTS</a:t>
            </a:r>
            <a:r>
              <a:rPr lang="en"/>
              <a:t> </a:t>
            </a:r>
            <a:endParaRPr sz="3578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623400" y="1168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Programming Language:</a:t>
            </a:r>
            <a:r>
              <a:rPr lang="en" sz="8800">
                <a:solidFill>
                  <a:schemeClr val="dk1"/>
                </a:solidFill>
              </a:rPr>
              <a:t> Python – Used for developing the chatbot application.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Framework:</a:t>
            </a:r>
            <a:r>
              <a:rPr lang="en" sz="8800">
                <a:solidFill>
                  <a:schemeClr val="dk1"/>
                </a:solidFill>
              </a:rPr>
              <a:t> Streamlit – Used to build the interactive web interface.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AI Model:</a:t>
            </a:r>
            <a:r>
              <a:rPr lang="en" sz="8800">
                <a:solidFill>
                  <a:schemeClr val="dk1"/>
                </a:solidFill>
              </a:rPr>
              <a:t> Google Gemini API – Used to generate intelligent AI responses.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Database:</a:t>
            </a:r>
            <a:r>
              <a:rPr lang="en" sz="8800">
                <a:solidFill>
                  <a:schemeClr val="dk1"/>
                </a:solidFill>
              </a:rPr>
              <a:t> JSON – Used to store user details and chat history.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Development Tool:</a:t>
            </a:r>
            <a:r>
              <a:rPr lang="en" sz="8800">
                <a:solidFill>
                  <a:schemeClr val="dk1"/>
                </a:solidFill>
              </a:rPr>
              <a:t> Visual Studio Code – Used for coding, debugging, and testing the application.</a:t>
            </a:r>
            <a:endParaRPr sz="8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29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78">
                <a:solidFill>
                  <a:schemeClr val="accent1"/>
                </a:solidFill>
              </a:rPr>
              <a:t>MODULES OF THE SYSTEM</a:t>
            </a:r>
            <a:r>
              <a:rPr lang="en"/>
              <a:t> </a:t>
            </a:r>
            <a:endParaRPr sz="3578"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782150" y="1136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Registration Module:</a:t>
            </a:r>
            <a:r>
              <a:rPr lang="en" sz="8800">
                <a:solidFill>
                  <a:schemeClr val="dk1"/>
                </a:solidFill>
              </a:rPr>
              <a:t> Allows new users to create an account by providing their personal details.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Login Module:</a:t>
            </a:r>
            <a:r>
              <a:rPr lang="en" sz="8800">
                <a:solidFill>
                  <a:schemeClr val="dk1"/>
                </a:solidFill>
              </a:rPr>
              <a:t> Authenticates users and provides secure access to the application.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Dashboard Module:</a:t>
            </a:r>
            <a:r>
              <a:rPr lang="en" sz="8800">
                <a:solidFill>
                  <a:schemeClr val="dk1"/>
                </a:solidFill>
              </a:rPr>
              <a:t> Displays the main interface and allows users to access chatbot features.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AI Chat Module:</a:t>
            </a:r>
            <a:r>
              <a:rPr lang="en" sz="8800">
                <a:solidFill>
                  <a:schemeClr val="dk1"/>
                </a:solidFill>
              </a:rPr>
              <a:t> Sends user queries to the Gemini API and displays AI-generated responses.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CRUD Module:</a:t>
            </a:r>
            <a:r>
              <a:rPr lang="en" sz="8800">
                <a:solidFill>
                  <a:schemeClr val="dk1"/>
                </a:solidFill>
              </a:rPr>
              <a:t> Performs Create, Read, Update, and Delete operations on user data.</a:t>
            </a:r>
            <a:endParaRPr sz="88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8800">
                <a:solidFill>
                  <a:schemeClr val="dk1"/>
                </a:solidFill>
              </a:rPr>
              <a:t>Chat History Module:</a:t>
            </a:r>
            <a:r>
              <a:rPr lang="en" sz="8800">
                <a:solidFill>
                  <a:schemeClr val="dk1"/>
                </a:solidFill>
              </a:rPr>
              <a:t> Stores and retrieves previous conversations for future reference.</a:t>
            </a:r>
            <a:endParaRPr sz="8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9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78">
                <a:solidFill>
                  <a:schemeClr val="accent1"/>
                </a:solidFill>
              </a:rPr>
              <a:t>DATABASE DESIGN</a:t>
            </a:r>
            <a:r>
              <a:rPr lang="en"/>
              <a:t> </a:t>
            </a:r>
            <a:endParaRPr sz="3578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623400" y="1136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694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70">
                <a:solidFill>
                  <a:schemeClr val="dk1"/>
                </a:solidFill>
              </a:rPr>
              <a:t>The application uses </a:t>
            </a:r>
            <a:r>
              <a:rPr b="1" lang="en" sz="8870">
                <a:solidFill>
                  <a:schemeClr val="dk1"/>
                </a:solidFill>
              </a:rPr>
              <a:t>JSON</a:t>
            </a:r>
            <a:r>
              <a:rPr lang="en" sz="8870">
                <a:solidFill>
                  <a:schemeClr val="dk1"/>
                </a:solidFill>
              </a:rPr>
              <a:t> as the database for storing information.</a:t>
            </a:r>
            <a:endParaRPr sz="8870">
              <a:solidFill>
                <a:schemeClr val="dk1"/>
              </a:solidFill>
            </a:endParaRPr>
          </a:p>
          <a:p>
            <a:pPr indent="-3694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70">
                <a:solidFill>
                  <a:schemeClr val="dk1"/>
                </a:solidFill>
              </a:rPr>
              <a:t>User details such as </a:t>
            </a:r>
            <a:r>
              <a:rPr b="1" lang="en" sz="8870">
                <a:solidFill>
                  <a:schemeClr val="dk1"/>
                </a:solidFill>
              </a:rPr>
              <a:t>name, email, and password</a:t>
            </a:r>
            <a:r>
              <a:rPr lang="en" sz="8870">
                <a:solidFill>
                  <a:schemeClr val="dk1"/>
                </a:solidFill>
              </a:rPr>
              <a:t> are stored securely.</a:t>
            </a:r>
            <a:endParaRPr sz="8870">
              <a:solidFill>
                <a:schemeClr val="dk1"/>
              </a:solidFill>
            </a:endParaRPr>
          </a:p>
          <a:p>
            <a:pPr indent="-3694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70">
                <a:solidFill>
                  <a:schemeClr val="dk1"/>
                </a:solidFill>
              </a:rPr>
              <a:t>Chat history is maintained to save previous conversations.</a:t>
            </a:r>
            <a:endParaRPr sz="8870">
              <a:solidFill>
                <a:schemeClr val="dk1"/>
              </a:solidFill>
            </a:endParaRPr>
          </a:p>
          <a:p>
            <a:pPr indent="-3694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70">
                <a:solidFill>
                  <a:schemeClr val="dk1"/>
                </a:solidFill>
              </a:rPr>
              <a:t>Data is organized in a structured format for easy access.</a:t>
            </a:r>
            <a:endParaRPr sz="8870">
              <a:solidFill>
                <a:schemeClr val="dk1"/>
              </a:solidFill>
            </a:endParaRPr>
          </a:p>
          <a:p>
            <a:pPr indent="-3694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70">
                <a:solidFill>
                  <a:schemeClr val="dk1"/>
                </a:solidFill>
              </a:rPr>
              <a:t>CRUD operations are performed to manage user records efficiently.</a:t>
            </a:r>
            <a:endParaRPr sz="8870">
              <a:solidFill>
                <a:schemeClr val="dk1"/>
              </a:solidFill>
            </a:endParaRPr>
          </a:p>
          <a:p>
            <a:pPr indent="-3694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8870">
                <a:solidFill>
                  <a:schemeClr val="dk1"/>
                </a:solidFill>
              </a:rPr>
              <a:t>The database supports fast data retrieval and updates.</a:t>
            </a:r>
            <a:endParaRPr sz="88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60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IMPLEMENTATION</a:t>
            </a:r>
            <a:r>
              <a:rPr lang="en"/>
              <a:t> </a:t>
            </a:r>
            <a:endParaRPr sz="3578"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719425" y="1230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application is developed using </a:t>
            </a:r>
            <a:r>
              <a:rPr b="1" lang="en" sz="2200">
                <a:solidFill>
                  <a:schemeClr val="dk1"/>
                </a:solidFill>
              </a:rPr>
              <a:t>Python</a:t>
            </a:r>
            <a:r>
              <a:rPr lang="en" sz="2200">
                <a:solidFill>
                  <a:schemeClr val="dk1"/>
                </a:solidFill>
              </a:rPr>
              <a:t> programming language.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Streamlit</a:t>
            </a:r>
            <a:r>
              <a:rPr lang="en" sz="2200">
                <a:solidFill>
                  <a:schemeClr val="dk1"/>
                </a:solidFill>
              </a:rPr>
              <a:t> is used to build the user interface.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Google Gemini API</a:t>
            </a:r>
            <a:r>
              <a:rPr lang="en" sz="2200">
                <a:solidFill>
                  <a:schemeClr val="dk1"/>
                </a:solidFill>
              </a:rPr>
              <a:t> is integrated to generate AI responses.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JSON</a:t>
            </a:r>
            <a:r>
              <a:rPr lang="en" sz="2200">
                <a:solidFill>
                  <a:schemeClr val="dk1"/>
                </a:solidFill>
              </a:rPr>
              <a:t> is used to store user details and chat history.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CRUD operations</a:t>
            </a:r>
            <a:r>
              <a:rPr lang="en" sz="2200">
                <a:solidFill>
                  <a:schemeClr val="dk1"/>
                </a:solidFill>
              </a:rPr>
              <a:t> are implemented for user data management.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application is developed and tested using </a:t>
            </a:r>
            <a:r>
              <a:rPr b="1" lang="en" sz="2200">
                <a:solidFill>
                  <a:schemeClr val="dk1"/>
                </a:solidFill>
              </a:rPr>
              <a:t>Visual Studio Code</a:t>
            </a:r>
            <a:r>
              <a:rPr lang="en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TESTING AND RESULTS </a:t>
            </a:r>
            <a:endParaRPr sz="3578">
              <a:solidFill>
                <a:schemeClr val="accent1"/>
              </a:solidFill>
            </a:endParaRP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3400" y="1136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User registration and login were tested successfully.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CRUD operations were performed without errors.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AI chatbot generated responses successfully.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Chat history was stored and retrieved correctly.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application functioned efficiently during testing.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Overall system integration was successful.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FUTURE SCOPE</a:t>
            </a:r>
            <a:r>
              <a:rPr lang="en"/>
              <a:t> </a:t>
            </a:r>
            <a:endParaRPr sz="3578"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Enhance the chatbot with support for more languages.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Improve AI response accuracy and performance.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Integrate a cloud database for better data management.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Develop a mobile application for easy access.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Add advanced security features for user authentication.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76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solidFill>
                  <a:schemeClr val="accent1"/>
                </a:solidFill>
              </a:rPr>
              <a:t>CONCLUSION</a:t>
            </a:r>
            <a:r>
              <a:rPr lang="en" sz="3220"/>
              <a:t> </a:t>
            </a:r>
            <a:endParaRPr sz="3220"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Language Agnostic AI Chatbot was successfully developed.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application provides secure user registration and login.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It supports multilingual communication with AI-generated responses.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CRUD operations and chat history management improve user experience.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The system is simple, efficient, and easy to use.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0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               </a:t>
            </a:r>
            <a:r>
              <a:rPr lang="en" sz="3200">
                <a:solidFill>
                  <a:schemeClr val="accent1"/>
                </a:solidFill>
              </a:rPr>
              <a:t>     THANK YOU</a:t>
            </a:r>
            <a:endParaRPr sz="3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